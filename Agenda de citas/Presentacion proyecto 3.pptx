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108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035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presentación. Saluda al público, preséntate y menciona el nombre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cada uno de los problemas de la gestión manual. Puedes dar un ejemplo real de algo que hayas visto en una clínica o consultorio.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la solución: es un programa Python de consola con 6 módulos principales. Resalta que no necesita internet ni instalaciones especiales.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 brevemente de cada herramienta. Menciona que Python fue elegido por su simplicidad y que GitHub es una herramienta usada por millones de desarrolladores en el mundo.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que el código está dividido en funciones. Muestra el ejemplo y explica que validar_cedula verifica que sean 10 números, y validar_fecha usa el módulo datetime de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diagrama de flujo: el programa inicia, muestra el menú, verifica si la opción es válida y ejecuta el módulo correspondiente. El bucle while mantiene el menú activo hasta que el usuario escoja salir.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 el proyecto con el impacto real. Menciona que sistemas como este, a mayor escala, se usan en hospitales de todo el mundo y han reducido errores médicos en un 30-40% según la 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la presentación con las conclusiones más importantes. Puedes agregar algo personal: qué aprendiste tú con este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D6E9A">
              <a:alpha val="25000"/>
            </a:srgbClr>
          </a:solidFill>
          <a:ln w="12700">
            <a:solidFill>
              <a:srgbClr val="0D6E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7A2B8">
              <a:alpha val="2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400" dirty="0">
                <a:solidFill>
                  <a:srgbClr val="B3D9E8"/>
                </a:solidFill>
              </a:rPr>
              <a:t>PROYECTO INTEGRADOR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Sistema de Agenda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de Citas Médicas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3D9E8"/>
                </a:solidFill>
              </a:rPr>
              <a:t>El impacto de las nuevas tecnologías en la sociedad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3D9E8"/>
                </a:solidFill>
              </a:rPr>
              <a:t>Ingeniería en Software — Primer Semestre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¿Cuál es el problema?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9A"/>
                </a:solidFill>
              </a:rPr>
              <a:t>Duplicación de citas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Dos pacientes asignados al mismo médico, misma hora.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📵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9A"/>
                </a:solidFill>
              </a:rPr>
              <a:t>Pérdida de información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828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Agendas físicas extraviadas o ilegibles.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9A"/>
                </a:solidFill>
              </a:rPr>
              <a:t>Búsqueda lenta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918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Encontrar datos de un paciente tarda demasiado.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480060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9A"/>
                </a:solidFill>
              </a:rPr>
              <a:t>Sin control de estados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2918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No se sabe si la cita fue confirmada o cancelada.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</a:rPr>
              <a:t>La gestión manual de citas médicas genera errores y pérdida de tiempo.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Nuestra solución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463040"/>
          </a:xfrm>
          <a:prstGeom prst="roundRect">
            <a:avLst>
              <a:gd name="adj" fmla="val 7500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342"/>
                </a:solidFill>
              </a:rPr>
              <a:t>Sistema de Agenda de Citas Médicas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</a:rPr>
              <a:t>Un programa de consola desarrollado en Python 3 que permite gestionar citas médicas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</a:rPr>
              <a:t>de manera organizada, con validaciones automáticas y estadísticas integradas.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1.  Agendar citas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283464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3200400" y="2834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2.  Ver historial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83464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035040" y="2834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3.  Buscar paciente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65760" y="3749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4.  Actualizar estado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374904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3200400" y="3749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5.  Eliminar cita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374904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035040" y="3749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6.  Estadísticas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Tecnologías y herramientas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6E9A"/>
                </a:solidFill>
              </a:rPr>
              <a:t>Python 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Lenguaje de programación principal. Sin librerías externas.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669280" y="1371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6E9A"/>
                </a:solidFill>
              </a:rPr>
              <a:t>VS Code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1783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Editor de código. Resaltado de sintaxis, depuración integrada.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🐙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6E9A"/>
                </a:solidFill>
              </a:rPr>
              <a:t>GitHub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Control de versiones. Historial de cambios del proyecto.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475488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📐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0" y="2926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6E9A"/>
                </a:solidFill>
              </a:rPr>
              <a:t>Draw.io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Diagramas de casos de uso y flujo del sistema.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Estructura del código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</a:rPr>
              <a:t>Conceptos aplicados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9A"/>
                </a:solidFill>
              </a:rPr>
              <a:t>Condicionales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645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if / elif / else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21992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9A"/>
                </a:solidFill>
              </a:rPr>
              <a:t>Bucles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26771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while / for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43784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502920" y="28895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9A"/>
                </a:solidFill>
              </a:rPr>
              <a:t>Funciones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28895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def nombre():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465576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502920" y="351129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9A"/>
                </a:solidFill>
              </a:rPr>
              <a:t>Listas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351129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citas = []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87368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502920" y="41330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9A"/>
                </a:solidFill>
              </a:rPr>
              <a:t>Diccionarios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41330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{ "nombre": "Ana" 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</a:rPr>
              <a:t>Ejemplo real del código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63440" y="160020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4800600" y="16916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A2B8"/>
                </a:solidFill>
              </a:rPr>
              <a:t>def validar_cedula(cedula):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189646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  """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101291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  Valida 10 dígitos.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306117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  """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251094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  return (cedula.isdigit()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7157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    and len(cedula) == 10)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292059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125419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</a:rPr>
              <a:t># Validar fecha con datetime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3330245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A2B8"/>
                </a:solidFill>
              </a:rPr>
              <a:t>def validar_fecha(fecha):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353507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  try: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37398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    datetime.strptime(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394472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</a:rPr>
              <a:t>      fecha, "%d/%m/%Y")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4149547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    return True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4354373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7171"/>
                </a:solidFill>
              </a:rPr>
              <a:t>  except ValueError: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455919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    return False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Flujo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0" y="164592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4572000" y="237744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572000" y="320040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572000" y="397764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3474720" y="1143000"/>
            <a:ext cx="2194560" cy="502920"/>
          </a:xfrm>
          <a:prstGeom prst="ellipse">
            <a:avLst>
              <a:gd name="adj" fmla="val 1818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Impacto de la tecnología en la salud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6E9A"/>
                </a:solidFill>
              </a:rPr>
              <a:t>Eficiencia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Reduce el tiempo de gestión de citas de minutos a segundos.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760720" y="1371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6E9A"/>
                </a:solidFill>
              </a:rPr>
              <a:t>Menos errores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17830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Validaciones automáticas eliminan datos incorrectos.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71600" y="2971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6E9A"/>
                </a:solidFill>
              </a:rPr>
              <a:t>Datos útiles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383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Estadísticas por especialidad ayudan en la toma de decisiones.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484632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760720" y="2971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6E9A"/>
                </a:solidFill>
              </a:rPr>
              <a:t>Acceso a la salud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60720" y="3383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Una mejor organización significa atención más rápida para todos.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D6E9A">
              <a:alpha val="20000"/>
            </a:srgbClr>
          </a:solidFill>
          <a:ln w="12700">
            <a:solidFill>
              <a:srgbClr val="0D6E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A4A6E"/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A2B8"/>
                </a:solidFill>
              </a:rPr>
              <a:t>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Se desarrolló un sistema funcional en Python que resuelve un problema real.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A4A6E"/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A2B8"/>
                </a:solidFill>
              </a:rPr>
              <a:t>2.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Se aplicaron condicionales, bucles y funciones para organizar el código.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A4A6E"/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A2B8"/>
                </a:solidFill>
              </a:rPr>
              <a:t>3.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GitHub como herramienta de control de versiones es esencial en el desarrollo profesional.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A4A6E"/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594360" y="342900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A2B8"/>
                </a:solidFill>
              </a:rPr>
              <a:t>4.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2900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La tecnología puede transformar positivamente el sector salud.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A4A6E"/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594360" y="416052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A2B8"/>
                </a:solidFill>
              </a:rPr>
              <a:t>5.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6052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Este proyecto es la base de sistemas más complejos que desarrollaremos en el futuro.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Microsoft Office PowerPoint</Application>
  <PresentationFormat>Presentación en pantalla (16:9)</PresentationFormat>
  <Paragraphs>111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Agenda de Citas Médicas</dc:title>
  <dc:subject>PptxGenJS Presentation</dc:subject>
  <dc:creator>Proyecto Integrador</dc:creator>
  <cp:lastModifiedBy>Andre Silva</cp:lastModifiedBy>
  <cp:revision>2</cp:revision>
  <dcterms:created xsi:type="dcterms:W3CDTF">2026-06-29T00:30:19Z</dcterms:created>
  <dcterms:modified xsi:type="dcterms:W3CDTF">2026-06-29T02:19:40Z</dcterms:modified>
</cp:coreProperties>
</file>